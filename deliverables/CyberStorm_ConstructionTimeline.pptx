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377440"/>
            <a:ext cx="11996928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CYBER CENTER — KOREA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 CYBER STORM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TIMELINE &amp; DELIVERABLE TRACKER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24688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TO 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3246120"/>
            <a:ext cx="24688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CONTAINERS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246120"/>
            <a:ext cx="24688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TRACKS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3246120"/>
            <a:ext cx="2468880" cy="109728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2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 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961120" y="3840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201168" cy="2011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81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 (Mar 8–15)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709160"/>
            <a:ext cx="201168" cy="20116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4681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 (Mar 16–26)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709160"/>
            <a:ext cx="201168" cy="20116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4681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Integration (Mar 27–Apr 2)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61120" y="4709160"/>
            <a:ext cx="201168" cy="20116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46817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DC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Rehearsal &amp; Launch (Apr 3–6)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 // FOR OFFICIAL USE ONLY  |  RESTRICTED — DO NOT DISTRIBUTE TO PARTICIPANTS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5486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GANTT — OPERATION CYBER STORM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 — Apr 6  |  29 days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749808"/>
            <a:ext cx="22174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749808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8–15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34940" y="749808"/>
            <a:ext cx="2217420" cy="457200"/>
          </a:xfrm>
          <a:prstGeom prst="rect">
            <a:avLst/>
          </a:prstGeom>
          <a:solidFill>
            <a:srgbClr val="2E407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34940" y="749808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16–22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749808"/>
            <a:ext cx="22174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749808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23–29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669780" y="749808"/>
            <a:ext cx="2217420" cy="457200"/>
          </a:xfrm>
          <a:prstGeom prst="rect">
            <a:avLst/>
          </a:prstGeom>
          <a:solidFill>
            <a:srgbClr val="2E407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69780" y="749808"/>
            <a:ext cx="22174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30–Apr 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1261872"/>
            <a:ext cx="12161520" cy="16916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1261872"/>
            <a:ext cx="11887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1431036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431036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1431036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design &amp; challenge spec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17520" y="1463177"/>
            <a:ext cx="1478280" cy="10488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600200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1600200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1600200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architecture finalized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1632341"/>
            <a:ext cx="1773936" cy="10488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769364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1769364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" y="176936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cloud instance provisioned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08832" y="1801505"/>
            <a:ext cx="1478280" cy="10488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938528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1938528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19385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created + guides published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00144" y="1970669"/>
            <a:ext cx="886968" cy="10488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107692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107692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2107692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form live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495800" y="2139833"/>
            <a:ext cx="591312" cy="10488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276856"/>
            <a:ext cx="12161520" cy="16916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2276856"/>
            <a:ext cx="11887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2446020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2446020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2446020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1 — Splunk + logs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82768" y="2478161"/>
            <a:ext cx="1478280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2615184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17520" y="2615184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261518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2 — nginx/PHP/SQLite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382768" y="2647325"/>
            <a:ext cx="2069592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2784348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2784348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" y="278434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3 — nginx static (Recruit)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382768" y="2816489"/>
            <a:ext cx="1182624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2953512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17520" y="2953512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2953512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4 — Flask cookie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974080" y="2985653"/>
            <a:ext cx="1182624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3122676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17520" y="3122676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3122676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5 — Ubuntu SSH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74080" y="3154817"/>
            <a:ext cx="1182624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3291840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17520" y="3291840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7160" y="3291840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6+7 — Kali shared boxes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565392" y="3323981"/>
            <a:ext cx="1478280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3461004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17520" y="3461004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7160" y="346100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8 — Ubuntu privesc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861048" y="3493145"/>
            <a:ext cx="1478280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0" y="3630168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017520" y="3630168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7160" y="363016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9 — nginx phishing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61048" y="3662309"/>
            <a:ext cx="1182624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3799332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17520" y="3799332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37160" y="3799332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challenge entry + flags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452360" y="3831473"/>
            <a:ext cx="1478280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3968496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3968496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7160" y="3968496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Q-Block entry + validation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748016" y="4000637"/>
            <a:ext cx="1478280" cy="104882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0" y="4137660"/>
            <a:ext cx="12161520" cy="16916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37160" y="4137660"/>
            <a:ext cx="11887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Integration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306824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017520" y="4306824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7160" y="430682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chain test (Stages 3→6)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634984" y="4338965"/>
            <a:ext cx="1182624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0" y="4475988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17520" y="4475988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7160" y="447598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track full walkthrough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634984" y="4508129"/>
            <a:ext cx="1182624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0" y="4645152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17520" y="4645152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37160" y="4645152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 system configuration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226296" y="4677293"/>
            <a:ext cx="886968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0" y="4814316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017520" y="4814316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7160" y="4814316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box tool verification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9226296" y="4846457"/>
            <a:ext cx="886968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0" y="4983480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017520" y="4983480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37160" y="4983480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rockyou.txt passphrase verification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521952" y="5015621"/>
            <a:ext cx="591312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5152644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17520" y="5152644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37160" y="515264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comms + guide distro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817608" y="5184785"/>
            <a:ext cx="886968" cy="10488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0" y="5321808"/>
            <a:ext cx="12161520" cy="169164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37160" y="5321808"/>
            <a:ext cx="118872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Rehearsal &amp; Launch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0" y="5490972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17520" y="5490972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37160" y="5490972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instructor walkthrough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0704576" y="5523113"/>
            <a:ext cx="591312" cy="104882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0" y="5660136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17520" y="5660136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37160" y="5660136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 script review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0704576" y="5692277"/>
            <a:ext cx="591312" cy="104882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5829300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17520" y="5829300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37160" y="5829300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event — LIVE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1295888" y="5861441"/>
            <a:ext cx="591312" cy="104882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0" y="5998464"/>
            <a:ext cx="301752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017520" y="5998464"/>
            <a:ext cx="8869680" cy="1691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37160" y="5998464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48hr window OPEN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1295888" y="6030605"/>
            <a:ext cx="591312" cy="104882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0" y="6167628"/>
            <a:ext cx="301752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017520" y="6167628"/>
            <a:ext cx="8869680" cy="16916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37160" y="6167628"/>
            <a:ext cx="283464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DELIVERABLES DUE — APR 6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1591544" y="6199769"/>
            <a:ext cx="295656" cy="104882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3017520" y="749808"/>
            <a:ext cx="0" cy="5989320"/>
          </a:xfrm>
          <a:prstGeom prst="line">
            <a:avLst/>
          </a:prstGeom>
          <a:noFill/>
          <a:ln w="19050">
            <a:solidFill>
              <a:srgbClr val="E63946"/>
            </a:solidFill>
            <a:prstDash val="dash"/>
          </a:ln>
        </p:spPr>
      </p:sp>
      <p:sp>
        <p:nvSpPr>
          <p:cNvPr id="127" name="Text 125"/>
          <p:cNvSpPr/>
          <p:nvPr/>
        </p:nvSpPr>
        <p:spPr>
          <a:xfrm>
            <a:off x="2788920" y="63276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11739372" y="749808"/>
            <a:ext cx="0" cy="5989320"/>
          </a:xfrm>
          <a:prstGeom prst="line">
            <a:avLst/>
          </a:prstGeom>
          <a:noFill/>
          <a:ln w="25400">
            <a:solidFill>
              <a:srgbClr val="C8920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1483340" y="63276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8–15  |  8 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557784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234440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34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25880" y="12344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spec + challenge design finalized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18488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618488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618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25880" y="16184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 architecture confirmed (9 active + 1 reserve)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002536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2002536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025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25880" y="20025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Mattermost/comms channel choice for event support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86584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2386584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86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25880" y="23865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cloud instance provisioned and tested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770632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2770632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7706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25880" y="27706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categories created (Recruit + Operator)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3154680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1546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325880" y="31546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form built and live (Google/MS Forms)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38728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80160" y="3538728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5387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325880" y="353872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codes generated for guides + registration form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922776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280160" y="3922776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9227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325880" y="392277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created — student guides published as PDFs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306824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80160" y="4306824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3068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325880" y="430682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flyer finalized with QR codes embedded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90872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80160" y="4690872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69087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325880" y="469087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Flyer distributed to target audience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5074920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0160" y="5074920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507492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325880" y="507492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review — all planning artifacts complete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804672"/>
            <a:ext cx="5577840" cy="34747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80467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COMPLETED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1234440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1234440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123444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269480" y="123444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Guide — Recruit Division v3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1618488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23760" y="1618488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161848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269480" y="16184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Guide — Operator Division v3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2002536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23760" y="2002536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0" y="200253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269480" y="20025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Guide v3 (answer keys + container specs)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2386584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23760" y="2386584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38658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269480" y="23865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v3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217920" y="2770632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23760" y="2770632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17920" y="277063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269480" y="27706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CONOP Slide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217920" y="3154680"/>
            <a:ext cx="1005840" cy="329184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23760" y="3154680"/>
            <a:ext cx="4572000" cy="329184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315468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DONE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269480" y="315468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Flyer v4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217920" y="3538728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23760" y="3538728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538728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269480" y="353872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all guides to PDF for GitHub hosting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217920" y="3922776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23760" y="3922776"/>
            <a:ext cx="4572000" cy="32918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17920" y="3922776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269480" y="392277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banks reviewed and locked (Recruit + Operator)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217920" y="4306824"/>
            <a:ext cx="1005840" cy="32918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223760" y="4306824"/>
            <a:ext cx="45720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217920" y="43068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269480" y="430682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list finalized and version-controlled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BUILD — CONTAINERS &amp; CTFd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16–26  |  11 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384048" cy="502920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804672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804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Free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06070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16–20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07792" y="804672"/>
            <a:ext cx="713232" cy="502920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804672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1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48456" y="804672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80467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 500MB synthetic logs; confirm C2 domain in DNS index; test SPL query resolution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1408176"/>
            <a:ext cx="384048" cy="502920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408176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140817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4081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PHP/SQLite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166420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16–22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07792" y="1408176"/>
            <a:ext cx="713232" cy="502920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1408176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1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48456" y="1408176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40817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login, admin.php with hash display, /secret/ with ops_briefing.jpg + shadow.bak, generate SHA-512 hash for P@ssw0rd123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011680"/>
            <a:ext cx="384048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01168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201168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011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static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226771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16–19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07792" y="2011680"/>
            <a:ext cx="713232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201168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48456" y="2011680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0116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HTML page with hidden comment and robots.txt disallowed path containing flag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2615184"/>
            <a:ext cx="384048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2615184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2615184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26151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cookie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287121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18–21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07792" y="2615184"/>
            <a:ext cx="713232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261518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48456" y="2615184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61518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role=user cookie portal, admin panel with flag revealed on role=admin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3218688"/>
            <a:ext cx="384048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3218688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" y="3218688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2186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SSH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3474720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18–21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07792" y="3218688"/>
            <a:ext cx="713232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07792" y="3218688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48456" y="3218688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321868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 access.log with anomalous entry; plant hidden dot-file backdoor for Stage 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2880" y="3822192"/>
            <a:ext cx="384048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3822192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6+7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4360" y="3822192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8221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Linux (shared ×2)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0080" y="4078224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21–25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907792" y="3822192"/>
            <a:ext cx="713232" cy="502920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07792" y="3822192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48456" y="3822192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8221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full tool suite; confirm rockyou.txt present; isolate home dirs per user; test concurrent SSH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4425696"/>
            <a:ext cx="384048" cy="502920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4425696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4360" y="4425696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4256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privesc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0080" y="4681728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22–25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07792" y="4425696"/>
            <a:ext cx="713232" cy="502920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07792" y="4425696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C1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648456" y="4425696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49040" y="4425696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sudoers rule for find; set SUID on python3; create ctfuser + root; write flag to /root/flag.txt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82880" y="5029200"/>
            <a:ext cx="384048" cy="5029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502920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94360" y="5029200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" y="5029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phishing inbox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0080" y="5285232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22–25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907792" y="5029200"/>
            <a:ext cx="713232" cy="502920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907792" y="5029200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7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648456" y="5029200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50292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HTML mock webmail; raw headers toggle with FLAG in X-Mailer-ID; Reply-To mismatch for teaching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82880" y="5632704"/>
            <a:ext cx="384048" cy="502920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" y="5632704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94360" y="5632704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0080" y="56327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Challenges + Flags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640080" y="5888736"/>
            <a:ext cx="2194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24–26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907792" y="5632704"/>
            <a:ext cx="713232" cy="502920"/>
          </a:xfrm>
          <a:prstGeom prst="rect">
            <a:avLst/>
          </a:prstGeom>
          <a:solidFill>
            <a:srgbClr val="F0EAF7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07792" y="5632704"/>
            <a:ext cx="713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648456" y="5632704"/>
            <a:ext cx="8321040" cy="502920"/>
          </a:xfrm>
          <a:prstGeom prst="rect">
            <a:avLst/>
          </a:prstGeom>
          <a:solidFill>
            <a:srgbClr val="F4F6FA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49040" y="5632704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all stage challenges; configure all flags; enter all Q-Block questions; set point values and hint tiers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INTEGRATION &amp; HARDENING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 – Apr 2  |  7 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804672" cy="420624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2880" y="1033272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014984" y="80467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804672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39696" y="804672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80467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Stage 3→4→5→6 chain 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01768" y="804672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80467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→ admin panel → gobuster /secret/ → download shadow.bak → john crack → steghide passphrase → extract file → SSH Container 8 → privesc → /root/flag.txt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1275588"/>
            <a:ext cx="804672" cy="420624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27558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2880" y="1504188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14984" y="1275588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1275588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39696" y="1275588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12755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P@ssw0rd123 in rockyou.txt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01768" y="1275588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127558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-c 'P@ssw0rd123' /usr/share/wordlists/rockyou.txt — must return 1 on both Kali boxes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1746504"/>
            <a:ext cx="804672" cy="420624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74650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2880" y="1975104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14984" y="174650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1746504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Lead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139696" y="1746504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174650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Recruit track walkthrough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01768" y="1746504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174650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all 7 stages + all 5 Q-Blocks as a participant would, from a clean Kali VM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2217420"/>
            <a:ext cx="804672" cy="420624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221742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28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2880" y="2446020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14984" y="2217420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33272" y="2217420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Lead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39696" y="2217420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221742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Operator track walkthrough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01768" y="2217420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65776" y="2217420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all 6 stages + all 5 Q-Blocks, using shared Kali box. Time each stage.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2688336"/>
            <a:ext cx="804672" cy="4206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2688336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29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82880" y="2916936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14984" y="2688336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3272" y="2688336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39696" y="2688336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26883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hint system configured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01768" y="2688336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268833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hint tiers entered per Instructor Guide Section 4. Test hint purchase on test account.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82880" y="3159252"/>
            <a:ext cx="804672" cy="4206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3159252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29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2880" y="3387852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14984" y="3159252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272" y="3159252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139696" y="3159252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315925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flag validation sweep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01768" y="3159252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65776" y="315925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every flag from the answer key on a test account. Verify all 13 flags accepted correctly.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82880" y="3630168"/>
            <a:ext cx="804672" cy="4206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363016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30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82880" y="3858768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14984" y="363016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3272" y="3630168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139696" y="3630168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36301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box concurrent load test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001768" y="3630168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65776" y="363016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10 simultaneous SSH sessions to each Kali box. Run nmap + gobuster + john concurrently. Confirm no degradation.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82880" y="4101084"/>
            <a:ext cx="804672" cy="4206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410108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30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82880" y="4329684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1014984" y="4101084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3272" y="4101084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Lead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139696" y="4101084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94560" y="4101084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9 browser test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001768" y="4101084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65776" y="4101084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phishing inbox in Firefox, Chrome, and mobile browser. Confirm raw headers toggle works and X-Mailer-ID flag is visible.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82880" y="4572000"/>
            <a:ext cx="804672" cy="4206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" y="457200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31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82880" y="4800600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014984" y="4572000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3272" y="4572000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Director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139696" y="4572000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94560" y="4572000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 communications sent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001768" y="4572000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65776" y="4572000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to all registered participants with event dates, CTFd URL, Kali requirement reminder, and guide download QR codes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182880" y="5042916"/>
            <a:ext cx="804672" cy="42062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82880" y="5042916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182880" y="5271516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14984" y="5042916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33272" y="5042916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Director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2139696" y="5042916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94560" y="50429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channel established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001768" y="5042916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065776" y="5042916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test the event support channel. Brief all instructors on escalation paths for common issues (see Instructor Guide Section 5.3).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82880" y="5513832"/>
            <a:ext cx="804672" cy="420624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82880" y="5513832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82880" y="5742432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1014984" y="551383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33272" y="5513832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139696" y="5513832"/>
            <a:ext cx="2834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94560" y="5513832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container prepped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001768" y="5513832"/>
            <a:ext cx="6949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65776" y="5513832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10 (reserve) pre-built and ready to swap. Document which active container it is cloned from.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82880" y="5984748"/>
            <a:ext cx="804672" cy="420624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82880" y="598474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182880" y="6213348"/>
            <a:ext cx="80467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1014984" y="5984748"/>
            <a:ext cx="109728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033272" y="5984748"/>
            <a:ext cx="10607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139696" y="5984748"/>
            <a:ext cx="28346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194560" y="598474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GO/NO-GO REVIEW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5001768" y="5984748"/>
            <a:ext cx="6949440" cy="420624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065776" y="598474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containers passing, all flags validated, both track walkthroughs complete. If any CRITICAL item open: delay launch.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REHEARSAL &amp; LAUNCH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3–6  |  4 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56692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04672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RUN SCHEDULE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1207008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20700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14984" y="1207008"/>
            <a:ext cx="48371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20700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dry run — full Operator track timed walkthrough with second instructor present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636776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63677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14984" y="1636776"/>
            <a:ext cx="4837176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163677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 script reviewed by all instructors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06654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14984" y="2066544"/>
            <a:ext cx="48371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206654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CTFd scoreboard cleared and reset for live event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496312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49631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14984" y="2496312"/>
            <a:ext cx="4837176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249631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health check — all 9 active containers confirmed 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292608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14984" y="2926080"/>
            <a:ext cx="48371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2926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event check-in — distribute Kali box SSH credentials to participants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355848"/>
            <a:ext cx="804672" cy="38404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35584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14984" y="3355848"/>
            <a:ext cx="4837176" cy="384048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9848" y="33558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DIVISION LIVE EVENT — 3-4 hour window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3785616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78561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14984" y="3785616"/>
            <a:ext cx="48371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9848" y="3785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AAR conducted immediately post-event (20-30 min)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4215384"/>
            <a:ext cx="804672" cy="38404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21538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14984" y="4215384"/>
            <a:ext cx="4837176" cy="384048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" y="421538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DIVISION 48-HOUR WINDOW OPENS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4645152"/>
            <a:ext cx="804672" cy="38404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64515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6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14984" y="4645152"/>
            <a:ext cx="4837176" cy="384048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9848" y="464515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1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DELIVERABLES COMPLETE — APR 6 DEADLINE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5074920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507492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14984" y="5074920"/>
            <a:ext cx="4837176" cy="38404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9848" y="50749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48-hour window closes (if opened Apr 5)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82880" y="5504688"/>
            <a:ext cx="80467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" y="550468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14984" y="5504688"/>
            <a:ext cx="48371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69848" y="550468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async AAR walkthrough video recorded and published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804672"/>
            <a:ext cx="580644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804672"/>
            <a:ext cx="5806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DELIVERABLES LIST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26480" y="1207008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120700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839712" y="1207008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94576" y="12070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Student Guide — Recruit Division v3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26480" y="1476756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147675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839712" y="1476756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14767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Student Guide — Operator Division v3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26480" y="1746504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174650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839712" y="1746504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4576" y="17465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Instructor Guide v3 (full answer keys)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26480" y="2016252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0" y="201625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839712" y="2016252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94576" y="201625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Executive Summary v3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26480" y="2286000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228600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839712" y="2286000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94576" y="228600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CONOP Slide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126480" y="2555748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255574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6839712" y="2555748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94576" y="25557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Advertising Flyer (QR codes live)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26480" y="2825496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282549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839712" y="2825496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94576" y="28254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Question Banks — Recruit (docx + xlsx)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3095244"/>
            <a:ext cx="685800" cy="246888"/>
          </a:xfrm>
          <a:prstGeom prst="rect">
            <a:avLst/>
          </a:prstGeom>
          <a:solidFill>
            <a:srgbClr val="4A1B6B"/>
          </a:solidFill>
          <a:ln w="12700">
            <a:solidFill>
              <a:srgbClr val="4A1B6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309524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6839712" y="3095244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94576" y="30952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Question Banks — Operator (docx + xlsx)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126480" y="3364992"/>
            <a:ext cx="685800" cy="2468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26480" y="336499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839712" y="3364992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94576" y="336499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CTFd cloud instance — both tracks configured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126480" y="3634740"/>
            <a:ext cx="685800" cy="2468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363474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839712" y="3634740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94576" y="36347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Containers 1-9 built, tested, running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126480" y="3904488"/>
            <a:ext cx="685800" cy="2468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26480" y="390448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839712" y="3904488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894576" y="390448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CTFd flags + Q-Blocks entered and validated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126480" y="4174236"/>
            <a:ext cx="685800" cy="2468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26480" y="417423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839712" y="4174236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894576" y="41742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Hint system configured (Instructor Guide §4)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126480" y="4443984"/>
            <a:ext cx="685800" cy="24688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126480" y="444398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6839712" y="4443984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94576" y="44439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Kali boxes — tools verified, rockyou.txt confirmed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126480" y="4713732"/>
            <a:ext cx="685800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26480" y="471373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839712" y="4713732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894576" y="471373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Registration form live + promoted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126480" y="4983480"/>
            <a:ext cx="685800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26480" y="498348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6839712" y="4983480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894576" y="49834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GitHub repo — PDF guides published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126480" y="5253228"/>
            <a:ext cx="685800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126480" y="525322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6839712" y="5253228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94576" y="52532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Participant comms + guide distribution sent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126480" y="5522976"/>
            <a:ext cx="685800" cy="246888"/>
          </a:xfrm>
          <a:prstGeom prst="rect">
            <a:avLst/>
          </a:prstGeom>
          <a:solidFill>
            <a:srgbClr val="1A5C3A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26480" y="552297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839712" y="5522976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894576" y="55229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Helpdesk channel active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6126480" y="5792724"/>
            <a:ext cx="685800" cy="24688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26480" y="5792724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6839712" y="5792724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894576" y="57927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Operator Division live event executed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126480" y="6062472"/>
            <a:ext cx="685800" cy="24688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26480" y="6062472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6839712" y="6062472"/>
            <a:ext cx="5093208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894576" y="6062472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Operator AAR completed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6126480" y="6332220"/>
            <a:ext cx="685800" cy="246888"/>
          </a:xfrm>
          <a:prstGeom prst="rect">
            <a:avLst/>
          </a:prstGeom>
          <a:solidFill>
            <a:srgbClr val="8C1A0C"/>
          </a:solidFill>
          <a:ln w="12700">
            <a:solidFill>
              <a:srgbClr val="8C1A0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126480" y="633222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839712" y="6332220"/>
            <a:ext cx="5093208" cy="246888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94576" y="633222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Recruit Division 48-hr window opened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C8920A"/>
          </a:solidFill>
          <a:ln w="12700">
            <a:solidFill>
              <a:srgbClr val="C892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ALLOCATION — FINAL (9 ACTIVE + 1 RESERVE)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32004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" y="804672"/>
            <a:ext cx="169164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04672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31136" y="804672"/>
            <a:ext cx="91440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76856" y="80467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3824" y="804672"/>
            <a:ext cx="100584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804672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Stage(s)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87952" y="804672"/>
            <a:ext cx="539496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804672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Build Task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01200" y="804672"/>
            <a:ext cx="914400" cy="4937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80467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344168"/>
            <a:ext cx="3200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344168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" y="1344168"/>
            <a:ext cx="16916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344168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Splunk Free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31136" y="1344168"/>
            <a:ext cx="914400" cy="493776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76856" y="134416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2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63824" y="1344168"/>
            <a:ext cx="10058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9544" y="1344168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87952" y="1344168"/>
            <a:ext cx="539496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1344168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 500MB synthetic logs; C2 domain in DNS index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601200" y="1344168"/>
            <a:ext cx="91440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34416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1883664"/>
            <a:ext cx="320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1883664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1208" y="1883664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1883664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+ PHP/SQLite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31136" y="1883664"/>
            <a:ext cx="914400" cy="493776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76856" y="188366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2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63824" y="1883664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9544" y="1883664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3+4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87952" y="1883664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33672" y="1883664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 vuln app + admin panel hash display + /secret/ with shadow.bak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01200" y="1883664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188366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423160"/>
            <a:ext cx="3200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423160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" y="2423160"/>
            <a:ext cx="16916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2423160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static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31136" y="2423160"/>
            <a:ext cx="914400" cy="493776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76856" y="242316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63824" y="2423160"/>
            <a:ext cx="10058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9544" y="242316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87952" y="2423160"/>
            <a:ext cx="539496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33672" y="2423160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HTML comment + robots.txt disallowed path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01200" y="2423160"/>
            <a:ext cx="91440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242316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2962656"/>
            <a:ext cx="320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2962656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208" y="2962656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2962656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231136" y="2962656"/>
            <a:ext cx="914400" cy="493776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76856" y="296265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63824" y="2962656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9544" y="2962656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87952" y="2962656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33672" y="2962656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portal — role=user/admin with flag on admin panel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01200" y="2962656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46920" y="296265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3502152"/>
            <a:ext cx="3200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28600" y="3502152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1208" y="3502152"/>
            <a:ext cx="16916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502152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SSH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231136" y="3502152"/>
            <a:ext cx="914400" cy="493776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76856" y="350215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163824" y="3502152"/>
            <a:ext cx="10058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9544" y="3502152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5+6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187952" y="3502152"/>
            <a:ext cx="539496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33672" y="3502152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Pre-loaded access.log + planted hidden dot-file backdoor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9601200" y="3502152"/>
            <a:ext cx="91440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46920" y="350215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21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82880" y="4041648"/>
            <a:ext cx="320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8600" y="4041648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6+7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21208" y="4041648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4041648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 Linux (shared ×2)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231136" y="4041648"/>
            <a:ext cx="914400" cy="493776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76856" y="404164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2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163824" y="4041648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9544" y="4041648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87952" y="4041648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233672" y="4041648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tool suite; isolated home dirs; rockyou.txt verified; concurrent SSH tested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01200" y="4041648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646920" y="404164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25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82880" y="4581144"/>
            <a:ext cx="3200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" y="4581144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21208" y="4581144"/>
            <a:ext cx="16916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928" y="4581144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privesc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31136" y="4581144"/>
            <a:ext cx="914400" cy="493776"/>
          </a:xfrm>
          <a:prstGeom prst="rect">
            <a:avLst/>
          </a:prstGeom>
          <a:solidFill>
            <a:srgbClr val="FDF0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76856" y="458114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2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163824" y="4581144"/>
            <a:ext cx="10058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9544" y="4581144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187952" y="4581144"/>
            <a:ext cx="539496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233672" y="4581144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sudoers find rule + SUID python3 + ctfuser account + /root/flag.txt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601200" y="4581144"/>
            <a:ext cx="91440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646920" y="458114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25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82880" y="5120640"/>
            <a:ext cx="3200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8600" y="5120640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21208" y="5120640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6928" y="5120640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nginx phishing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2231136" y="5120640"/>
            <a:ext cx="914400" cy="493776"/>
          </a:xfrm>
          <a:prstGeom prst="rect">
            <a:avLst/>
          </a:prstGeom>
          <a:solidFill>
            <a:srgbClr val="E8F5EE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276856" y="512064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163824" y="5120640"/>
            <a:ext cx="10058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09544" y="5120640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187952" y="5120640"/>
            <a:ext cx="53949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33672" y="5120640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HTML mock webmail; raw headers toggle; FLAG in X-Mailer-ID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9601200" y="5120640"/>
            <a:ext cx="914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9646920" y="512064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182880" y="5660136"/>
            <a:ext cx="3200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8600" y="5660136"/>
            <a:ext cx="2468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521208" y="5660136"/>
            <a:ext cx="16916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66928" y="5660136"/>
            <a:ext cx="1618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231136" y="5660136"/>
            <a:ext cx="914400" cy="493776"/>
          </a:xfrm>
          <a:prstGeom prst="rect">
            <a:avLst/>
          </a:prstGeom>
          <a:solidFill>
            <a:srgbClr val="F0EAF7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76856" y="566013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163824" y="5660136"/>
            <a:ext cx="100584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09544" y="5660136"/>
            <a:ext cx="9326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187952" y="5660136"/>
            <a:ext cx="539496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33672" y="5660136"/>
            <a:ext cx="5321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spare — clone whichever container needs backup on event day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9601200" y="5660136"/>
            <a:ext cx="914400" cy="493776"/>
          </a:xfrm>
          <a:prstGeom prst="rect">
            <a:avLst/>
          </a:prstGeom>
          <a:solidFill>
            <a:srgbClr val="EEF1F6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9646920" y="566013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Cyber Storm — Construction Timeline</dc:title>
  <dc:subject>PptxGenJS Presentation</dc:subject>
  <dc:creator>PptxGenJS</dc:creator>
  <cp:lastModifiedBy>PptxGenJS</cp:lastModifiedBy>
  <cp:revision>1</cp:revision>
  <dcterms:created xsi:type="dcterms:W3CDTF">2026-03-08T08:47:30Z</dcterms:created>
  <dcterms:modified xsi:type="dcterms:W3CDTF">2026-03-08T08:47:30Z</dcterms:modified>
</cp:coreProperties>
</file>